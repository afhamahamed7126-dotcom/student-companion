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3" d="100"/>
          <a:sy n="123" d="100"/>
        </p:scale>
        <p:origin x="274" y="-14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286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Good morning / Good afternoon. Ennoda peyar AN. Afham Ahamed, Index Number SAM/IT/2324/F/0248.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Ennoda final year project peyar "Student Companion" — oru multi-role academic management system, PHP and MySQL use panni build panninen.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Intha system HOD, Mentor, and Learner-nu moonu roles-kku serve pannum. Attendance tracking, assignment management, study materials, leave requests, real-time notifications, analytics — ellam oru platform-la irukku.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Ennoda supervisor Mr. Arzath Areeff.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Intha problem real-world education institutions-la exist panra oru important issue.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Sri Lanka-la educational institutions, especially colleges, ippovum manual-aa attendance mark pannaanga — paper-la. Assignments submit panna physical-aa handover pannanum. Notifications WhatsApp groups thoodaa send aaagum — scattered and untracked.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Moonu main problems:</a:t>
            </a:r>
          </a:p>
          <a:p>
            <a:r>
              <a:rPr lang="en-US" sz="1100" dirty="0"/>
              <a:t>Onnu — No centralised system. Attendance, assignments, materials — different platforms, no single view.</a:t>
            </a:r>
          </a:p>
          <a:p>
            <a:r>
              <a:rPr lang="en-US" sz="1100" dirty="0"/>
              <a:t>Rendu — No real-time communication. HOD, Mentor, Student — between roles proper notification flow illai.</a:t>
            </a:r>
          </a:p>
          <a:p>
            <a:r>
              <a:rPr lang="en-US" sz="1100" dirty="0"/>
              <a:t>Moonnu — No analytics. HOD-ku department performance, attendance %, submission rates — oru integrated dashboard-la paakka mudiyaadhu.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Student Companion intha problems solve pannum — oru integrated multi-role academic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Student Companion-la 6 core features irukku, moonu roles-ku designed.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Onnu — Attendance Management. Mentor subject-wise daily attendance mark pannum — present/absent. Duplicate prevention — same date, same subject, rendu thadavai mark panna mudiyaadhu (UNIQUE KEY enforce pannum). Student attendance % color-coded-aa paakkalaam — green 75% plus, yellow 50% plus, red 50% below.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Rendu — Assignment System. Mentor assignments create panni PDF attach panni deadline set pannum. Students submit pannum — auto-detected-aa 'late' status set aaagum if past deadline. Mentor marks and feedback add pannum.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Moonnu — Study Materials. Mentor PDF, PPT, images, video upload pannum — subject-wise. Students download pannalaam. Secure download proxy thoodaa — direct file access blocked.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Naalu — Leave Management. Student leave request — mentor-kku route aaagum. Mentor leave request — HOD-kku route aaagum. Bidirectional routing, role-appropriate.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Aintu — Real-Time Notifications. AJAX polling every 15 seconds — unread badge update aaagum. HOD create notification — All / Department / Specific Mentor's Students target pannalaam.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Aaru — Analytics and Reports. HOD live SQL-based analytics — attendance %, submission rate, department performance. Export attendance and assignment reports as Excel (PhpSpreadsheet) or PDF (DomPDF).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Student Companion PHP 3-tier architecture follow pannum.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Presentation layer — HTML5 rendered by PHP. Bootstrap 5.3 CDN responsive design. Bootstrap Icons, Chart.js analytics charts. Dark/light mode toggle, localStorage-la store pannum.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Application layer — PHP 8.x. Role-aware pages (admin/, mentor/, learner/). Shared includes — header, navbar, sidebar, footer, auth_check, helpers. PDO prepared statements everywhere. No framework — plain PHP.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Data layer — MySQL database. 14 tables. PDO singleton connection in config/database.php. Foreign key constraints, UNIQUE keys, ENUM columns.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External libraries via Composer: PHPMailer email, DomPDF PDF export, PhpSpreadsheet Excel export.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Folder structure: admin folder — 8 pages HOD-kku. Mentor folder — 5 pages. Learner folder — 6 pages. Config, includes, assets, uploads, exports folders.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Ennoda tech stack selections explain panren.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PHP 8.x — Server-side scripting. Plain PHP, no framework — full control over every query, security check, session management. XAMPP-la local development, cPanel-la production hosting easy.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MySQL — Relational database, 14 tables, foreign key constraints. PDO prepared statements — SQL injection prevent pannum. ATTR_EMULATE_PREPARES false set pannen — real prepared statements only.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Bootstrap 5.3 — No build step needed for plain PHP project. Responsive grid, offcanvas sidebar mobile-la, cards, modals — ellam Bootstrap thoodaa.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Chart.js — Analytics dashboard charts. HOD-ku attendance percentage, assignment submission rate — bar and doughnut charts.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Gemini 2.0 Flash via Antigravity IDE — Full project code generation. PHP pages, SQL schema, AJAX, security implementations.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PHPMailer, DomPDF, PhpSpreadsheet — Composer thoodaa install. Email notifications, PDF export, Excel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Rendu AI tools use panninen, different stages-la.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Gemini 2.0 Flash, Antigravity IDE thoodaa — intha ennoda primary development tool. Full project code generation: PHP pages, MySQL schema, AJAX notification polling, security implementations (CSRF, session guard, file upload validation) — ellam intha thoodaa build panninen. Step-by-step prompts kuduthen — oru feature at a time, test panni, next feature-kku poinen.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ChatGPT — Early planning stage-la use panninen. System features decide pannuvathukku, moonu roles define pannuvathukku, database schema initial design pannuvathukku. Code generation-kku ChatGPT use panalai.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Important — AI generate panna ellaa code-um personally padichchen, understand panninen, test panninen, then use panninen. Security implementations — CSRF validation, session timeout, file upload MIME check — ellam naane understand panni verify panninen. Viva-la any line explain pannalaam.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Development tools explain panren.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Antigravity IDE — AI-powered IDE, Gemini 2.0 Flash integrated. PHP code generate pannum, debug pannum, security issues identify pannum.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XAMPP — Local development server. Apache, MySQL, PHP — all-in-one. phpMyAdmin-aa schema.sql run panninen, seed data insert panninen, tables verify panninen.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GitHub — Version control. Oru feature complete aanaapinum commit panninen — safe rollback point. Project backup.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Browser DevTools — Network tab AJAX requests inspect panninen. PHP error logs check panninen. Responsive design test panninen.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Composer — PHP dependency manager. PHPMailer, DomPDF, PhpSpreadsheet install pannuvathukku. composer install run pannaa vendor/ folder generate aaagum.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ChatGPT — Planning stage only. Features brainstorm, architecture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Complete AI-assisted development workflow show panren.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1 — Idea: ChatGPT-odaa system concept brainstorm panninen — academic management, moonu roles, key features.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2 — Planning: Database schema 14 tables design panninen. Folder structure decide panninen. Security requirements list out panninen.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3 — AI Prompting: Gemini-kku structured prompts kuduthen. Build order follow panninen — DB first, auth layer, includes, then role modules.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4 — Code Generation: Gemini PHP pages, SQL, AJAX, CSS generate pannum. One module at a time.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5 — Review and Modify: Every generated file personally read panni, understand panni, necessary changes pannen.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6 — Testing: XAMPP-la run panni every feature manually test panninen. Edge cases — late submission, duplicate attendance, CSRF validation — ellam test panninen.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7 — Deploy: GitHub commit panni final version complete panninen.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These two real prompts show my approach — Prompt 1 shows detailed, structured feature request with security requirements. Prompt 2 shows how I asked for a specific debug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Manual testing ellaa core features-lum perform panninen, Browser DevTools and phpMyAdmin-odaa validate panninen.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Test 1 — HOD Login and Dashboard: Admin credentials enter pannaa role-based dashboard-kku redirect aaagum. KPI cards — total students, mentors, pending leave, today attendance — show aaagum. Pass.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Test 2 — Attendance Mark (Duplicate Prevention): Mentor same date, same subject attendance rendu thadavai mark panna try pannaa UNIQUE KEY violation — duplicate prevented, error shown. Pass.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Test 3 — Assignment Late Submission: Student deadline pass aanaapinum assignment submit pannaa status automatically 'late' set aaagum. Pass.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Test 4 — Leave Request Routing: Student leave submit pannaa mentor-kku route aaagum. Mentor leave submit pannaa HOD-kku route aaagum. Correct bidirectional routing. Pass.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Test 5 — CSRF Validation: Form token remove panni submit panna try pannaa 403 Forbidden — CSRF validation failed. Pass.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Test 6 — Notification AJAX Polling: HOD notification create pannaa, 15 seconds-la student/mentor browser-la unread badge update aaagum without page refresh. Pass.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Key challenges solve panninen: Database 14 tables foreign key design sari panna, AJAX polling PHP-la implement panna (PHP real-time push illai, so polling approach), notification_reads table design panna — oru notification multiple users-ku show aaganum, each user's read state separate-aa track pannanum.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Key code files and logic explain panren.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Project structure: admin/ 8 pages HOD-kku. mentor/ 5 pages. learner/ 6 pages. config/ database PDO singleton. includes/ shared components — auth_check.php every protected page-la top-la include aaagum. assets/ CSS and JS. uploads/ subdirectories — .htaccess direct access block pannum.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auth_check.php — Ellaa protected pages-oda first include. Session check, timeout check, role guard, current user fetch — oru file-la ellam handle. $required_role caller set pannaa, wrong role access pannaa redirect aaagum.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helpers.php key functions: generate_csrf() CSRF token hidden field generate pannum. validate_csrf() hash_equals() thoodaa secure compare pannum. handle_file_upload() extension whitelist, MIME check finfo thoodaa, size limit, random filename generate — ellam oru function-la. log_audit() every admin/mentor action audit_logs table-la append pannum.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Database 14 tables: UNIQUE KEY uq_attendance — same student, subject, date duplicate attendance prevent pannum. UNIQUE KEY uq_submission — same assignment, student rendu thadavai submit panna mudiyaadhu. notification_reads — per-user read state track pannum.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Security summary: password_hash() bcrypt, PDO prepared statements everywhere, CSRF hash_equals(), file upload finfo MIME check, session_regenerate_id() login-la, 30 min timeout, download.php path traversal prevention, .htaccess upload dirs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Live system walkthrough pannuven.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1 — HOD Login: admin@school.edu login pannaa HOD dashboard — KPI cards, recent activity, department analytics.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2 — Add Mentor and Student: HOD mentor create panni department and subjects assign pannum. Student create panni mentor assign pannum. Auto-generated password, force reset on first login.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3 — Mentor Operations: Mentor login pannaa. Attendance page — subject select, students list, present/absent mark. Assignments page — create, file upload, deadline set — students auto-notified. Materials upload.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4 — Student Operations: Student login pannaa dashboard — attendance %, pending assignments, unread notifications. Assignment submit — late auto-detected. Leave request submit — mentor-kku route aaagum.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5 — Notification System: HOD notification create pannaa — target All or specific department. 15 seconds AJAX polling — badge update aaagum. Student click pannaa notification_reads-la insert aaagum.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Step 6 — Analytics and Reports: HOD analytics page — Chart.js bar charts, attendance %, submission rates. Reports page — Excel or PDF download for attendance and assignments.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Backup demo video also ready irukku.</a:t>
            </a:r>
          </a:p>
          <a:p>
            <a:r>
              <a:rPr lang="en-US" sz="1100" dirty="0"/>
              <a:t> </a:t>
            </a:r>
          </a:p>
          <a:p>
            <a:r>
              <a:rPr lang="en-US" sz="1100" dirty="0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lin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926080" cy="2926080"/>
          </a:xfrm>
          <a:prstGeom prst="lin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0292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1440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914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 COMPANION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1463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Management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365760" y="283464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162A4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834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0" y="283464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162A4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0" y="2834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06240" y="283464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162A4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0" y="2834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273552"/>
            <a:ext cx="38404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438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783080" y="34381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AN. Afham Ahamed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3730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No: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783080" y="3730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4023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783080" y="4023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Arzath Areeff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4315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783080" y="43159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SLIATE — HNDIT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4608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783080" y="46085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/ 2024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 Companion?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still rely on manual, scattered academic processes.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72768"/>
            <a:ext cx="2788920" cy="2651760"/>
          </a:xfrm>
          <a:prstGeom prst="roundRect">
            <a:avLst>
              <a:gd name="adj" fmla="val 4138"/>
            </a:avLst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37360"/>
            <a:ext cx="502920" cy="502920"/>
          </a:xfrm>
          <a:prstGeom prst="line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80136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System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192" y="2340864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on paper, assignments via WhatsApp, materials scattered across drives. Students and teachers juggle multiple disconnected tools.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572768"/>
            <a:ext cx="2788920" cy="2651760"/>
          </a:xfrm>
          <a:prstGeom prst="roundRect">
            <a:avLst>
              <a:gd name="adj" fmla="val 4138"/>
            </a:avLst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737360"/>
            <a:ext cx="502920" cy="502920"/>
          </a:xfrm>
          <a:prstGeom prst="lin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80136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Communication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319272" y="2340864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HOD, Mentor, Student — no structured notification flow. Important announcements get missed. Leave request routing is informal and untracked.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572768"/>
            <a:ext cx="2788920" cy="2651760"/>
          </a:xfrm>
          <a:prstGeom prst="roundRect">
            <a:avLst>
              <a:gd name="adj" fmla="val 4138"/>
            </a:avLst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63640" y="1737360"/>
            <a:ext cx="502920" cy="502920"/>
          </a:xfrm>
          <a:prstGeom prst="lin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80136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 or Reports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245352" y="2340864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has no single dashboard to view attendance %, assignment submission rates, or department performance. Reports require manual compilation.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28600" y="4352544"/>
            <a:ext cx="8686800" cy="566928"/>
          </a:xfrm>
          <a:prstGeom prst="roundRect">
            <a:avLst>
              <a:gd name="adj" fmla="val 19355"/>
            </a:avLst>
          </a:prstGeom>
          <a:solidFill>
            <a:srgbClr val="050F2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65760" y="437083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Student Companion provides one integrated platform for all academic processes — attendance, assignments, materials, leave, notifications, and analytics.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Features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HOD, Mentor, and Learner roles.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481328"/>
            <a:ext cx="4370832" cy="109728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" y="1728216"/>
            <a:ext cx="475488" cy="475488"/>
          </a:xfrm>
          <a:prstGeom prst="line">
            <a:avLst/>
          </a:prstGeom>
          <a:solidFill>
            <a:srgbClr val="3B82F6">
              <a:alpha val="82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79222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1591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32688" y="188366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marks subject-wise daily attendance. UNIQUE KEY prevents duplicates. Students see color-coded % (green ≥75%, yellow ≥50%, red &lt;50%).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81728" y="1481328"/>
            <a:ext cx="4370832" cy="109728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18888" y="1728216"/>
            <a:ext cx="475488" cy="475488"/>
          </a:xfrm>
          <a:prstGeom prst="line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79222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1591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System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13248" y="188366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creates with PDF + deadline. Student submits — auto-detected as 'late' if past deadline. Mentor gives marks and feedback.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01168" y="2651760"/>
            <a:ext cx="4370832" cy="109728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8328" y="2898648"/>
            <a:ext cx="475488" cy="475488"/>
          </a:xfrm>
          <a:prstGeom prst="line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96265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" y="2761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32688" y="305409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uploads PDF, PPT, images, video — subject-wise. Secure download proxy — direct file access blocked by .htaccess.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81728" y="2651760"/>
            <a:ext cx="4370832" cy="109728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18888" y="2898648"/>
            <a:ext cx="475488" cy="475488"/>
          </a:xfrm>
          <a:prstGeom prst="line">
            <a:avLst/>
          </a:prstGeom>
          <a:solidFill>
            <a:srgbClr val="A855F7">
              <a:alpha val="82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296265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13248" y="2761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13248" y="305409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leave → routed to Mentor. Mentor leave → routed to HOD. Bidirectional routing with approval/rejection and notifications.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201168" y="3822192"/>
            <a:ext cx="4370832" cy="109728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38328" y="4069080"/>
            <a:ext cx="475488" cy="475488"/>
          </a:xfrm>
          <a:prstGeom prst="lin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4133088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2688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32688" y="422452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polling every 15 seconds — unread badge updates live. HOD targets: All / Department / Mentor's Students. Per-user read tracking.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4681728" y="3822192"/>
            <a:ext cx="4370832" cy="109728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818888" y="4069080"/>
            <a:ext cx="475488" cy="475488"/>
          </a:xfrm>
          <a:prstGeom prst="line">
            <a:avLst/>
          </a:prstGeom>
          <a:solidFill>
            <a:srgbClr val="22C55E">
              <a:alpha val="82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896" y="4133088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413248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13248" y="422452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live SQL analytics — attendance %, submission rate, department performance. Export as Excel (PhpSpreadsheet) or PDF (DomPDF).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PHP web application with MySQL and Composer libraries.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536192"/>
            <a:ext cx="8741664" cy="749808"/>
          </a:xfrm>
          <a:prstGeom prst="roundRect">
            <a:avLst>
              <a:gd name="adj" fmla="val 14634"/>
            </a:avLst>
          </a:prstGeom>
          <a:solidFill>
            <a:srgbClr val="0A183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5910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(FRONTEND)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8196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 (CDN)  |  Bootstrap Icons  |  Chart.js (Analytics)  |  Custom CSS  |  Dark/Light Mode (localStorage)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304288"/>
            <a:ext cx="0" cy="20116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468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2670048"/>
            <a:ext cx="8741664" cy="1024128"/>
          </a:xfrm>
          <a:prstGeom prst="roundRect">
            <a:avLst>
              <a:gd name="adj" fmla="val 10714"/>
            </a:avLst>
          </a:prstGeom>
          <a:solidFill>
            <a:srgbClr val="09153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2743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(PHP 8.x)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3017520"/>
            <a:ext cx="2029968" cy="530352"/>
          </a:xfrm>
          <a:prstGeom prst="roundRect">
            <a:avLst>
              <a:gd name="adj" fmla="val 20690"/>
            </a:avLst>
          </a:prstGeom>
          <a:solidFill>
            <a:srgbClr val="0A2035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01752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 (8 pages)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96312" y="3017520"/>
            <a:ext cx="2029968" cy="530352"/>
          </a:xfrm>
          <a:prstGeom prst="roundRect">
            <a:avLst>
              <a:gd name="adj" fmla="val 20690"/>
            </a:avLst>
          </a:prstGeom>
          <a:solidFill>
            <a:srgbClr val="0A2035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32888" y="301752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mentor/ (5 pages)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45152" y="3017520"/>
            <a:ext cx="2029968" cy="530352"/>
          </a:xfrm>
          <a:prstGeom prst="roundRect">
            <a:avLst>
              <a:gd name="adj" fmla="val 20690"/>
            </a:avLst>
          </a:prstGeom>
          <a:solidFill>
            <a:srgbClr val="0A2035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81728" y="301752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learner/ (6 pages)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93992" y="3017520"/>
            <a:ext cx="2029968" cy="530352"/>
          </a:xfrm>
          <a:prstGeom prst="roundRect">
            <a:avLst>
              <a:gd name="adj" fmla="val 20690"/>
            </a:avLst>
          </a:prstGeom>
          <a:solidFill>
            <a:srgbClr val="0A2035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30568" y="301752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includes/ (auth, helpers, nav)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3566160"/>
            <a:ext cx="0" cy="20116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37307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3931920"/>
            <a:ext cx="8741664" cy="1115568"/>
          </a:xfrm>
          <a:prstGeom prst="roundRect">
            <a:avLst>
              <a:gd name="adj" fmla="val 9836"/>
            </a:avLst>
          </a:prstGeom>
          <a:solidFill>
            <a:srgbClr val="070F2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" y="4005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+ LIBRARIES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4279392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0A103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2793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96312" y="4279392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0A103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96312" y="42793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Prepared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45152" y="4279392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0A103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42793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PHPMailer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93992" y="4279392"/>
            <a:ext cx="2029968" cy="566928"/>
          </a:xfrm>
          <a:prstGeom prst="roundRect">
            <a:avLst>
              <a:gd name="adj" fmla="val 9677"/>
            </a:avLst>
          </a:prstGeom>
          <a:solidFill>
            <a:srgbClr val="0A1030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93992" y="42793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DomPDF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technology chosen for a specific reason.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481328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" y="1609344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2A1A3D"/>
          </a:solidFill>
          <a:ln w="12700">
            <a:solidFill>
              <a:srgbClr val="2A1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6093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57276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38328" y="18653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8.x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8328" y="215798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Server-side — role-based pages, PDO queries, session management, file handling.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8328" y="25968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Native XAMPP/hosting support. No framework overhead. Full security control.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45536" y="1481328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82696" y="1609344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82696" y="16093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572768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82696" y="18653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282696" y="215798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14 tables with FK constraints, UNIQUE keys, ENUM columns.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282696" y="25968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ACID compliance, relational integrity. PDO prevents SQL injection completely.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89904" y="1481328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27064" y="1609344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A0E2E"/>
          </a:solidFill>
          <a:ln w="12700">
            <a:solidFill>
              <a:srgbClr val="1A0E2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27064" y="16093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57276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27064" y="18653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27064" y="215798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Responsive grid, offcanvas sidebar mobile, cards, modals — all via CDN.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27064" y="25968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 build step for plain PHP project. Covers all UI needs directly.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201168" y="3200400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38328" y="332841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A1A05"/>
          </a:solidFill>
          <a:ln w="12700">
            <a:solidFill>
              <a:srgbClr val="1A1A0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38328" y="33284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608" y="3291840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38328" y="35844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+ JS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338328" y="387705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Analytics charts (bar, doughnut). AJAX polling for notifications every 15s.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38328" y="431596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Lightweight, CDN-delivered. Chart.js perfect for dashboard stats.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145536" y="3200400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282696" y="332841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0A1A0A"/>
          </a:solidFill>
          <a:ln w="12700">
            <a:solidFill>
              <a:srgbClr val="0A1A0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282696" y="33284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</a:t>
            </a:r>
            <a:endParaRPr lang="en-US" sz="7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9976" y="3291840"/>
            <a:ext cx="384048" cy="38404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282696" y="35844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3282696" y="387705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Full project generation via Antigravity IDE — PHP, SQL, AJAX, security.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3282696" y="431596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Strong code output quality, integrated in Antigravity IDE for smooth workflow.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6089904" y="3200400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227064" y="332841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A0E0A"/>
          </a:solidFill>
          <a:ln w="12700">
            <a:solidFill>
              <a:srgbClr val="1A0E0A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227064" y="33284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75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4344" y="3291840"/>
            <a:ext cx="384048" cy="38404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227064" y="35844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PHPMailer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6227064" y="387705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Password reset emails (1-hour token), leave approval notifications.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6227064" y="431596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Industry-standard PHP email library. SMTP Gmail + Mailtrap support.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Used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tools used at different stages of development.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4160520" cy="3246120"/>
          </a:xfrm>
          <a:prstGeom prst="roundRect">
            <a:avLst>
              <a:gd name="adj" fmla="val 3380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98448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 — via Antigravity IDE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395728"/>
            <a:ext cx="1828800" cy="228600"/>
          </a:xfrm>
          <a:prstGeom prst="roundRect">
            <a:avLst>
              <a:gd name="adj" fmla="val 20000"/>
            </a:avLst>
          </a:prstGeom>
          <a:solidFill>
            <a:srgbClr val="0A1A0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395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— High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11480" y="2724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project code generation (PHP, SQL, JS, CSS)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3072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14-table schema design with FK constraints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11480" y="34198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Security implementations (CSRF, session guard)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11480" y="37673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File upload validation, AJAX notification polling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4114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Step-by-step build via Antigravity IDE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1481328"/>
            <a:ext cx="4160520" cy="3246120"/>
          </a:xfrm>
          <a:prstGeom prst="roundRect">
            <a:avLst>
              <a:gd name="adj" fmla="val 3380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91640"/>
            <a:ext cx="640080" cy="6400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42432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5742432" y="2057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OpenAI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46320" y="239572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A2A1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2395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846320" y="2724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Early-stage project idea brainstorming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846320" y="3072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Defining 3 roles and their responsibilities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846320" y="34198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Initial database schema discussion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846320" y="37673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 used for code generation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274320" y="4846320"/>
            <a:ext cx="8595360" cy="201168"/>
          </a:xfrm>
          <a:prstGeom prst="roundRect">
            <a:avLst>
              <a:gd name="adj" fmla="val 54545"/>
            </a:avLst>
          </a:prstGeom>
          <a:solidFill>
            <a:srgbClr val="1C0A0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41148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AI-generated code was reviewed, understood, tested, and modified by the student before use — every line can be explained.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to build, test, and deploy Student Companion.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481328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82496"/>
            <a:ext cx="475488" cy="475488"/>
          </a:xfrm>
          <a:prstGeom prst="lin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746504"/>
            <a:ext cx="347472" cy="3474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78408" y="1682496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A103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16824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AI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38328" y="1956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IDE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8328" y="22585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IDE with Gemini integrated. PHP pages generated, debugged, and refined step-by-step.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45536" y="1481328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10128" y="1682496"/>
            <a:ext cx="475488" cy="475488"/>
          </a:xfrm>
          <a:prstGeom prst="line">
            <a:avLst/>
          </a:prstGeom>
          <a:solidFill>
            <a:srgbClr val="C84B00">
              <a:alpha val="80000"/>
            </a:srgbClr>
          </a:solidFill>
          <a:ln w="12700">
            <a:solidFill>
              <a:srgbClr val="C84B0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746504"/>
            <a:ext cx="347472" cy="34747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922776" y="1682496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A1030"/>
          </a:solidFill>
          <a:ln w="6350">
            <a:solidFill>
              <a:srgbClr val="C84B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922776" y="16824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3282696" y="1956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282696" y="22585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+ MySQL + PHP stack. phpMyAdmin for schema.sql import, seed data, table verification.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89904" y="1481328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54496" y="1682496"/>
            <a:ext cx="475488" cy="475488"/>
          </a:xfrm>
          <a:prstGeom prst="line">
            <a:avLst/>
          </a:prstGeom>
          <a:solidFill>
            <a:srgbClr val="333333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746504"/>
            <a:ext cx="347472" cy="34747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867144" y="1682496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A103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67144" y="16824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6227064" y="1956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27064" y="22585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history. Committed after each completed module — rollback available at any stage.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201168" y="3218688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65760" y="3419856"/>
            <a:ext cx="475488" cy="475488"/>
          </a:xfrm>
          <a:prstGeom prst="lin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483864"/>
            <a:ext cx="347472" cy="34747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978408" y="3419856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A103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78408" y="3419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Only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338328" y="3694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338328" y="39959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planning only — feature brainstorming, role definition. Not used for code.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145536" y="3218688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310128" y="3419856"/>
            <a:ext cx="475488" cy="475488"/>
          </a:xfrm>
          <a:prstGeom prst="lin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483864"/>
            <a:ext cx="347472" cy="347472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3922776" y="3419856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A103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922776" y="3419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750" dirty="0"/>
          </a:p>
        </p:txBody>
      </p:sp>
      <p:sp>
        <p:nvSpPr>
          <p:cNvPr id="40" name="Text 33"/>
          <p:cNvSpPr/>
          <p:nvPr/>
        </p:nvSpPr>
        <p:spPr>
          <a:xfrm>
            <a:off x="3282696" y="3694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DevTools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3282696" y="39959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tab for AJAX polling requests, Console for JS errors, PHP error logs inspection.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6089904" y="3218688"/>
            <a:ext cx="2816352" cy="1609344"/>
          </a:xfrm>
          <a:prstGeom prst="roundRect">
            <a:avLst>
              <a:gd name="adj" fmla="val 6818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254496" y="3419856"/>
            <a:ext cx="475488" cy="475488"/>
          </a:xfrm>
          <a:prstGeom prst="line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483864"/>
            <a:ext cx="347472" cy="347472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6867144" y="3419856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A103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867144" y="3419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750" dirty="0"/>
          </a:p>
        </p:txBody>
      </p:sp>
      <p:sp>
        <p:nvSpPr>
          <p:cNvPr id="47" name="Text 39"/>
          <p:cNvSpPr/>
          <p:nvPr/>
        </p:nvSpPr>
        <p:spPr>
          <a:xfrm>
            <a:off x="6227064" y="3694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PHPMailer + Composer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6227064" y="39959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install for PHPMailer, DomPDF, PhpSpreadsheet. Email reset, PDF/Excel export.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02336" y="1417320"/>
            <a:ext cx="694944" cy="694944"/>
          </a:xfrm>
          <a:prstGeom prst="lin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2176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" y="24505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98448" y="1764792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1417320"/>
            <a:ext cx="694944" cy="694944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9344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08176" y="2176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08176" y="24505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design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05456" y="1764792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6352" y="1417320"/>
            <a:ext cx="694944" cy="694944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15184" y="2176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15184" y="24505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prompts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12464" y="1764792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1417320"/>
            <a:ext cx="694944" cy="69494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22192" y="2176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22192" y="24505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builds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by module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19472" y="1764792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1417320"/>
            <a:ext cx="694944" cy="694944"/>
          </a:xfrm>
          <a:prstGeom prst="lin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0" y="2176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4505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modify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understand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1764792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37376" y="1417320"/>
            <a:ext cx="694944" cy="694944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36208" y="2176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24505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manual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edge cases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33488" y="1764792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4384" y="1417320"/>
            <a:ext cx="694944" cy="694944"/>
          </a:xfrm>
          <a:prstGeom prst="lin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44384" y="14173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43216" y="2176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43216" y="24505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commit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version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3035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Used: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328416"/>
            <a:ext cx="4160520" cy="1554480"/>
          </a:xfrm>
          <a:prstGeom prst="roundRect">
            <a:avLst>
              <a:gd name="adj" fmla="val 7059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11480" y="3419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— Notification System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3675888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 the PHP AJAX notification polling system. HOD creates notifications targeting all, department, or mentor_students. Each user sees unread notifications (not in notification_reads table for their user_id). Every 15 seconds JS polls notification_poll.php which returns unread count. On click, insert into notification_reads. Use PDO prepared statements throughout."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3328416"/>
            <a:ext cx="4160520" cy="1554480"/>
          </a:xfrm>
          <a:prstGeom prst="roundRect">
            <a:avLst>
              <a:gd name="adj" fmla="val 7059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3419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 — Debug (Leave Routing)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3675888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 leave.php, when a student submits a leave request it should go to their assigned mentor (from mentor_students table), but currently it shows up in the HOD leave page instead. The requested_to_role is being set to admin instead of mentor. Show me the fix for the INSERT query and how to look up the correct mentor_id from mentor_students for the current student."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on all core features — XAMPP and Browser.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8595360" cy="329184"/>
          </a:xfrm>
          <a:prstGeom prst="roundRect">
            <a:avLst>
              <a:gd name="adj" fmla="val 33333"/>
            </a:avLst>
          </a:prstGeom>
          <a:solidFill>
            <a:srgbClr val="050F1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996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Manual Black-Box Testing + Browser DevTools + phpMyAdmin DB Verification + PHP Error Logs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883664"/>
            <a:ext cx="32004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883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1883664"/>
            <a:ext cx="2066544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88366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Tested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1883664"/>
            <a:ext cx="2066544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8366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0" y="1883664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83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55280" y="188366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212848"/>
            <a:ext cx="320040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212848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2212848"/>
            <a:ext cx="2066544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14016" y="221284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Login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2212848"/>
            <a:ext cx="2066544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17136" y="221284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admin@school.edu + password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0" y="2212848"/>
            <a:ext cx="1325880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0256" y="221284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redirect, KPI cards load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55280" y="2212848"/>
            <a:ext cx="777240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91856" y="2212848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596896"/>
            <a:ext cx="320040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2596896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77440" y="2596896"/>
            <a:ext cx="2066544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14016" y="259689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Attendance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0560" y="2596896"/>
            <a:ext cx="2066544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259689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date/subject mark twice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0" y="2596896"/>
            <a:ext cx="1325880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259689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 block, error shown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55280" y="2596896"/>
            <a:ext cx="777240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91856" y="2596896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2980944"/>
            <a:ext cx="320040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2980944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77440" y="2980944"/>
            <a:ext cx="2066544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14016" y="29809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Assignment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80560" y="2980944"/>
            <a:ext cx="2066544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17136" y="298094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after deadline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83680" y="2980944"/>
            <a:ext cx="1325880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0256" y="2980944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auto-set to 'late'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955280" y="2980944"/>
            <a:ext cx="777240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91856" y="2980944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3364992"/>
            <a:ext cx="320040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" y="3364992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377440" y="3364992"/>
            <a:ext cx="2066544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14016" y="33649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Routing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480560" y="3364992"/>
            <a:ext cx="2066544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17136" y="33649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leave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83680" y="3364992"/>
            <a:ext cx="1325880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20256" y="3364992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 Mentor (not HOD)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955280" y="3364992"/>
            <a:ext cx="777240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91856" y="3364992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" y="3749040"/>
            <a:ext cx="320040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" y="374904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377440" y="3749040"/>
            <a:ext cx="2066544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14016" y="3749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Validation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480560" y="3749040"/>
            <a:ext cx="2066544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17136" y="3749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token, submit form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583680" y="3749040"/>
            <a:ext cx="1325880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20256" y="374904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 returned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55280" y="3749040"/>
            <a:ext cx="777240" cy="365760"/>
          </a:xfrm>
          <a:prstGeom prst="line">
            <a:avLst/>
          </a:prstGeom>
          <a:solidFill>
            <a:srgbClr val="0F20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91856" y="3749040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56032" y="4133088"/>
            <a:ext cx="320040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2608" y="4133088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377440" y="4133088"/>
            <a:ext cx="2066544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14016" y="4133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Poll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480560" y="4133088"/>
            <a:ext cx="2066544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17136" y="4133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creates notification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583680" y="4133088"/>
            <a:ext cx="1325880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20256" y="413308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updates in 15s (AJAX)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955280" y="4133088"/>
            <a:ext cx="777240" cy="365760"/>
          </a:xfrm>
          <a:prstGeom prst="line">
            <a:avLst/>
          </a:prstGeom>
          <a:solidFill>
            <a:srgbClr val="162A4A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91856" y="4133088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74320" y="4590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Solved: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 Design — 14 tables FK constraints correct order (departments → users → subjects → mentor_subjects → attendance)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AJAX Polling — PHP real-time push illai, so notification_poll.php endpoint + JS setInterval 15s polling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74320" y="524865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notification_reads design — per-user read state: oru notification multiple users-ku, each track separately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files, security, and database design under the hood.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3767328" cy="3456432"/>
          </a:xfrm>
          <a:prstGeom prst="roundRect">
            <a:avLst>
              <a:gd name="adj" fmla="val 3175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5361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65376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student-companion/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84048" y="2057400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admin/      → 8 HOD pages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84048" y="2249424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mentor/     → 5 Mentor pages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84048" y="2441448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learner/    → 6 Learner pages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84048" y="2633472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config/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84048" y="2825496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config.php    → App constants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84048" y="3017520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database.php  → PDO singleton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84048" y="3209544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includes/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84048" y="3401568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auth_check.php → Session+role guard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84048" y="3593592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helpers.php    → CSRF, upload, audit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84048" y="3785616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navbar.php     → Role-aware nav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84048" y="3977640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sidebar.php    → Role-aware sidebar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84048" y="4169664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assets/css/style.css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84048" y="4361688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assets/js/  → theme, app, notifications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84048" y="4553712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uploads/    → .htaccess blocks access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84048" y="4745736"/>
            <a:ext cx="3511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schema.sql  → 14 tables + seed data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169664" y="1463040"/>
            <a:ext cx="4718304" cy="1783080"/>
          </a:xfrm>
          <a:prstGeom prst="roundRect">
            <a:avLst>
              <a:gd name="adj" fmla="val 6154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97680" y="153619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auth_check.php — Every Protected Page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1828800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session_start() — resume session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97680" y="2048256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empty → redirect to login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97680" y="2267712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last_activity check → 30 min timeout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97680" y="2487168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$required_role check → wrong role → redirect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97680" y="2706624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current user from DB (active only)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97680" y="2926080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 CSRF token if missing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69664" y="3346704"/>
            <a:ext cx="4718304" cy="1572768"/>
          </a:xfrm>
          <a:prstGeom prst="roundRect">
            <a:avLst>
              <a:gd name="adj" fmla="val 6977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97680" y="341985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DB Constraints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97680" y="3749040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KEY uq_attendance (student_id, subject_id, date)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297680" y="3895344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Same student/subject/date duplicate blocked at DB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297680" y="4041648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KEY uq_submission (assignment_id, student_id)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297680" y="4187952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Student submit oru assignment only once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297680" y="4334256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KEY uq_notif_read (notification_id, user_id)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297680" y="4480560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Per-user read tracked, no duplicates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297680" y="4626864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notification_reads — separate table, not a flag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297680" y="4773168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One notification → many users, each state separate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169664" y="5010912"/>
            <a:ext cx="4718304" cy="603504"/>
          </a:xfrm>
          <a:prstGeom prst="roundRect">
            <a:avLst>
              <a:gd name="adj" fmla="val 18182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297680" y="5047488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password_hash() bcrypt, PDO prepared statements everywhere (ATTR_EMULATE_PREPARES=false), CSRF hash_equals(), finfo MIME check upload, session_regenerate_id() login, download.php path traversal block, .htaccess upload dirs.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73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SAM/IT/2324/F/0248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Demonstration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 — HOD, Mentor, Learner.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481328"/>
            <a:ext cx="2816352" cy="1627632"/>
          </a:xfrm>
          <a:prstGeom prst="roundRect">
            <a:avLst>
              <a:gd name="adj" fmla="val 6742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82496"/>
            <a:ext cx="438912" cy="438912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700784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66420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Login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223113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admin@school.edu login. Dashboard — KPI cards, department analytics, recent audit log.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72968" y="1481328"/>
            <a:ext cx="2816352" cy="1627632"/>
          </a:xfrm>
          <a:prstGeom prst="roundRect">
            <a:avLst>
              <a:gd name="adj" fmla="val 6742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0128" y="1682496"/>
            <a:ext cx="438912" cy="43891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700784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61688" y="166420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Mentor &amp; Student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10128" y="223113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creates mentor, assigns subjects. Creates student, assigns mentor. Force password reset.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17336" y="1481328"/>
            <a:ext cx="2816352" cy="1627632"/>
          </a:xfrm>
          <a:prstGeom prst="roundRect">
            <a:avLst>
              <a:gd name="adj" fmla="val 6742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4496" y="1682496"/>
            <a:ext cx="438912" cy="438912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54496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170078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06056" y="166420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— Attendance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54496" y="223113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login. Select subject, mark present/absent. Duplicate prevention demonstrated.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28600" y="3218688"/>
            <a:ext cx="2816352" cy="1627632"/>
          </a:xfrm>
          <a:prstGeom prst="roundRect">
            <a:avLst>
              <a:gd name="adj" fmla="val 6742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5760" y="3419856"/>
            <a:ext cx="438912" cy="438912"/>
          </a:xfrm>
          <a:prstGeom prst="lin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65760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3438144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34015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+ Submission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65760" y="396849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creates assignment with deadline. Student submits — late auto-detection shown.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172968" y="3218688"/>
            <a:ext cx="2816352" cy="1627632"/>
          </a:xfrm>
          <a:prstGeom prst="roundRect">
            <a:avLst>
              <a:gd name="adj" fmla="val 6742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310128" y="3419856"/>
            <a:ext cx="438912" cy="438912"/>
          </a:xfrm>
          <a:prstGeom prst="lin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310128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3438144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361688" y="34015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3310128" y="396849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creates notification. 15s AJAX polling — badge updates without page refresh.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117336" y="3218688"/>
            <a:ext cx="2816352" cy="1627632"/>
          </a:xfrm>
          <a:prstGeom prst="roundRect">
            <a:avLst>
              <a:gd name="adj" fmla="val 6742"/>
            </a:avLst>
          </a:prstGeom>
          <a:solidFill>
            <a:srgbClr val="162A4A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254496" y="3419856"/>
            <a:ext cx="438912" cy="438912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254496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0568" y="3438144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306056" y="34015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Export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254496" y="396849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analytics — Chart.js attendance %, submission rates. Excel/PDF export download.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228600" y="5065776"/>
            <a:ext cx="8686800" cy="256032"/>
          </a:xfrm>
          <a:prstGeom prst="roundRect">
            <a:avLst>
              <a:gd name="adj" fmla="val 42857"/>
            </a:avLst>
          </a:prstGeom>
          <a:solidFill>
            <a:srgbClr val="1A0600"/>
          </a:solidFill>
          <a:ln w="6350">
            <a:solidFill>
              <a:srgbClr val="1E3A5F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36"/>
          <p:cNvSpPr/>
          <p:nvPr/>
        </p:nvSpPr>
        <p:spPr>
          <a:xfrm>
            <a:off x="365760" y="508406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Backup demo video prepared and ready in case of live technical issues during presentation.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3623</Words>
  <Application>Microsoft Office PowerPoint</Application>
  <PresentationFormat>On-screen Show (16:9)</PresentationFormat>
  <Paragraphs>422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Companion — Academic Management System</dc:title>
  <dc:subject>PptxGenJS Presentation</dc:subject>
  <dc:creator>PptxGenJS</dc:creator>
  <cp:lastModifiedBy>Rifak</cp:lastModifiedBy>
  <cp:revision>1</cp:revision>
  <dcterms:created xsi:type="dcterms:W3CDTF">2026-07-02T10:43:51Z</dcterms:created>
  <dcterms:modified xsi:type="dcterms:W3CDTF">2026-07-02T10:50:42Z</dcterms:modified>
</cp:coreProperties>
</file>